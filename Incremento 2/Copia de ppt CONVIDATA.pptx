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DM Sans Medium"/>
      <p:regular r:id="rId21"/>
      <p:bold r:id="rId22"/>
      <p:italic r:id="rId23"/>
      <p:boldItalic r:id="rId24"/>
    </p:embeddedFont>
    <p:embeddedFont>
      <p:font typeface="Domine"/>
      <p:regular r:id="rId25"/>
      <p:bold r:id="rId26"/>
    </p:embeddedFont>
    <p:embeddedFont>
      <p:font typeface="DM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hpijRlf+HhK0S4BT917UuDcVHY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DMSansMedium-bold.fntdata"/><Relationship Id="rId21" Type="http://schemas.openxmlformats.org/officeDocument/2006/relationships/font" Target="fonts/DMSansMedium-regular.fntdata"/><Relationship Id="rId24" Type="http://schemas.openxmlformats.org/officeDocument/2006/relationships/font" Target="fonts/DMSansMedium-boldItalic.fntdata"/><Relationship Id="rId23" Type="http://schemas.openxmlformats.org/officeDocument/2006/relationships/font" Target="fonts/DMSansMedium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Domine-bold.fntdata"/><Relationship Id="rId25" Type="http://schemas.openxmlformats.org/officeDocument/2006/relationships/font" Target="fonts/Domine-regular.fntdata"/><Relationship Id="rId28" Type="http://schemas.openxmlformats.org/officeDocument/2006/relationships/font" Target="fonts/DMSans-bold.fntdata"/><Relationship Id="rId27" Type="http://schemas.openxmlformats.org/officeDocument/2006/relationships/font" Target="fonts/DM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DM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font" Target="fonts/DM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b451e5df7_1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fb451e5df7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b451e5df7_1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fb451e5df7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b451e5df7_1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fb451e5df7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0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" name="Google Shape;14;p20"/>
          <p:cNvSpPr txBox="1"/>
          <p:nvPr>
            <p:ph type="ctrTitle"/>
          </p:nvPr>
        </p:nvSpPr>
        <p:spPr>
          <a:xfrm>
            <a:off x="4654295" y="1346268"/>
            <a:ext cx="7060135" cy="328520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Meiryo"/>
              <a:buNone/>
              <a:defRPr sz="54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" type="subTitle"/>
          </p:nvPr>
        </p:nvSpPr>
        <p:spPr>
          <a:xfrm>
            <a:off x="4662312" y="4631475"/>
            <a:ext cx="7052117" cy="11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93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  <a:defRPr sz="2400">
                <a:solidFill>
                  <a:srgbClr val="262626"/>
                </a:solidFill>
              </a:defRPr>
            </a:lvl1pPr>
            <a:lvl2pPr lvl="1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2pPr>
            <a:lvl3pPr lvl="2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lvl="3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lvl="4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lvl="5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sz="1600"/>
            </a:lvl6pPr>
            <a:lvl7pPr lvl="6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sz="1600"/>
            </a:lvl7pPr>
            <a:lvl8pPr lvl="7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sz="1600"/>
            </a:lvl8pPr>
            <a:lvl9pPr lvl="8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0"/>
          <p:cNvSpPr txBox="1"/>
          <p:nvPr>
            <p:ph idx="10" type="dt"/>
          </p:nvPr>
        </p:nvSpPr>
        <p:spPr>
          <a:xfrm>
            <a:off x="4654295" y="617415"/>
            <a:ext cx="712372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1" type="ftr"/>
          </p:nvPr>
        </p:nvSpPr>
        <p:spPr>
          <a:xfrm>
            <a:off x="4654295" y="6170490"/>
            <a:ext cx="558834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idx="12" type="sldNum"/>
          </p:nvPr>
        </p:nvSpPr>
        <p:spPr>
          <a:xfrm>
            <a:off x="10515600" y="6170490"/>
            <a:ext cx="119882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19" name="Google Shape;19;p20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0" name="Google Shape;20;p20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1" name="Google Shape;21;p20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" type="body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1920241" y="2456408"/>
            <a:ext cx="416052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93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0" name="Google Shape;30;p22"/>
          <p:cNvSpPr txBox="1"/>
          <p:nvPr>
            <p:ph idx="2" type="body"/>
          </p:nvPr>
        </p:nvSpPr>
        <p:spPr>
          <a:xfrm>
            <a:off x="1920241" y="3316639"/>
            <a:ext cx="4160520" cy="27793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3" type="body"/>
          </p:nvPr>
        </p:nvSpPr>
        <p:spPr>
          <a:xfrm>
            <a:off x="6530290" y="2456408"/>
            <a:ext cx="416052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99000"/>
              </a:lnSpc>
              <a:spcBef>
                <a:spcPts val="93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 cap="none">
                <a:solidFill>
                  <a:schemeClr val="accen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2" name="Google Shape;32;p22"/>
          <p:cNvSpPr txBox="1"/>
          <p:nvPr>
            <p:ph idx="4" type="body"/>
          </p:nvPr>
        </p:nvSpPr>
        <p:spPr>
          <a:xfrm>
            <a:off x="6530290" y="3316639"/>
            <a:ext cx="4160520" cy="27793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36" name="Google Shape;36;p22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23"/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39" name="Google Shape;39;p23"/>
            <p:cNvSpPr/>
            <p:nvPr/>
          </p:nvSpPr>
          <p:spPr>
            <a:xfrm>
              <a:off x="3320637" y="0"/>
              <a:ext cx="4013331" cy="2742133"/>
            </a:xfrm>
            <a:custGeom>
              <a:rect b="b" l="l" r="r" t="t"/>
              <a:pathLst>
                <a:path extrusionOk="0" h="2742133" w="4013331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0" name="Google Shape;40;p23"/>
            <p:cNvSpPr/>
            <p:nvPr/>
          </p:nvSpPr>
          <p:spPr>
            <a:xfrm>
              <a:off x="3566319" y="0"/>
              <a:ext cx="3401415" cy="2440484"/>
            </a:xfrm>
            <a:custGeom>
              <a:rect b="b" l="l" r="r" t="t"/>
              <a:pathLst>
                <a:path extrusionOk="0" h="2440484" w="3401415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cap="flat" cmpd="sng" w="15875">
              <a:solidFill>
                <a:srgbClr val="DCD6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1" name="Google Shape;41;p23"/>
            <p:cNvSpPr/>
            <p:nvPr/>
          </p:nvSpPr>
          <p:spPr>
            <a:xfrm>
              <a:off x="3232490" y="0"/>
              <a:ext cx="4164597" cy="2817185"/>
            </a:xfrm>
            <a:custGeom>
              <a:rect b="b" l="l" r="r" t="t"/>
              <a:pathLst>
                <a:path extrusionOk="0" h="2806419" w="4130517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2" name="Google Shape;42;p23"/>
            <p:cNvSpPr/>
            <p:nvPr/>
          </p:nvSpPr>
          <p:spPr>
            <a:xfrm>
              <a:off x="3124577" y="0"/>
              <a:ext cx="4389519" cy="2916937"/>
            </a:xfrm>
            <a:custGeom>
              <a:rect b="b" l="l" r="r" t="t"/>
              <a:pathLst>
                <a:path extrusionOk="0" h="2916937" w="4389519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grpSp>
        <p:nvGrpSpPr>
          <p:cNvPr id="43" name="Google Shape;43;p23"/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44" name="Google Shape;44;p23"/>
            <p:cNvSpPr/>
            <p:nvPr/>
          </p:nvSpPr>
          <p:spPr>
            <a:xfrm>
              <a:off x="8122942" y="0"/>
              <a:ext cx="4069058" cy="3547008"/>
            </a:xfrm>
            <a:custGeom>
              <a:rect b="b" l="l" r="r" t="t"/>
              <a:pathLst>
                <a:path extrusionOk="0" h="3547008" w="406905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5" name="Google Shape;45;p23"/>
            <p:cNvSpPr/>
            <p:nvPr/>
          </p:nvSpPr>
          <p:spPr>
            <a:xfrm flipH="1">
              <a:off x="8319994" y="0"/>
              <a:ext cx="3872006" cy="3321595"/>
            </a:xfrm>
            <a:custGeom>
              <a:rect b="b" l="l" r="r" t="t"/>
              <a:pathLst>
                <a:path extrusionOk="0" h="3321595" w="3872006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6" name="Google Shape;46;p23"/>
            <p:cNvSpPr/>
            <p:nvPr/>
          </p:nvSpPr>
          <p:spPr>
            <a:xfrm flipH="1">
              <a:off x="8729240" y="9274"/>
              <a:ext cx="3462454" cy="3010961"/>
            </a:xfrm>
            <a:custGeom>
              <a:rect b="b" l="l" r="r" t="t"/>
              <a:pathLst>
                <a:path extrusionOk="0" h="3010961" w="3462454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cap="flat" cmpd="sng" w="15875">
              <a:solidFill>
                <a:srgbClr val="DCD6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" name="Google Shape;47;p23"/>
            <p:cNvSpPr/>
            <p:nvPr/>
          </p:nvSpPr>
          <p:spPr>
            <a:xfrm flipH="1">
              <a:off x="8243247" y="9274"/>
              <a:ext cx="3948447" cy="3411460"/>
            </a:xfrm>
            <a:custGeom>
              <a:rect b="b" l="l" r="r" t="t"/>
              <a:pathLst>
                <a:path extrusionOk="0" h="3411460" w="3904481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grpSp>
        <p:nvGrpSpPr>
          <p:cNvPr id="48" name="Google Shape;48;p23"/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49" name="Google Shape;49;p23"/>
            <p:cNvSpPr/>
            <p:nvPr/>
          </p:nvSpPr>
          <p:spPr>
            <a:xfrm>
              <a:off x="0" y="1676545"/>
              <a:ext cx="4174269" cy="5181455"/>
            </a:xfrm>
            <a:custGeom>
              <a:rect b="b" l="l" r="r" t="t"/>
              <a:pathLst>
                <a:path extrusionOk="0" h="5181455" w="4174269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50" name="Google Shape;50;p23"/>
            <p:cNvSpPr/>
            <p:nvPr/>
          </p:nvSpPr>
          <p:spPr>
            <a:xfrm>
              <a:off x="0" y="1347287"/>
              <a:ext cx="4259808" cy="5510713"/>
            </a:xfrm>
            <a:custGeom>
              <a:rect b="b" l="l" r="r" t="t"/>
              <a:pathLst>
                <a:path extrusionOk="0" h="5510713" w="4259808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51" name="Google Shape;51;p23"/>
            <p:cNvSpPr/>
            <p:nvPr/>
          </p:nvSpPr>
          <p:spPr>
            <a:xfrm>
              <a:off x="0" y="1592806"/>
              <a:ext cx="4029221" cy="5265194"/>
            </a:xfrm>
            <a:custGeom>
              <a:rect b="b" l="l" r="r" t="t"/>
              <a:pathLst>
                <a:path extrusionOk="0" h="5265194" w="4029221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DCD6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52" name="Google Shape;52;p23"/>
            <p:cNvSpPr/>
            <p:nvPr/>
          </p:nvSpPr>
          <p:spPr>
            <a:xfrm>
              <a:off x="0" y="2147333"/>
              <a:ext cx="3702048" cy="4710667"/>
            </a:xfrm>
            <a:custGeom>
              <a:rect b="b" l="l" r="r" t="t"/>
              <a:pathLst>
                <a:path extrusionOk="0" h="4710667" w="3702048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cap="flat" cmpd="sng" w="15875">
              <a:solidFill>
                <a:srgbClr val="DCD6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sp>
        <p:nvSpPr>
          <p:cNvPr id="53" name="Google Shape;53;p23"/>
          <p:cNvSpPr txBox="1"/>
          <p:nvPr>
            <p:ph type="title"/>
          </p:nvPr>
        </p:nvSpPr>
        <p:spPr>
          <a:xfrm>
            <a:off x="4654296" y="3420734"/>
            <a:ext cx="6665976" cy="212967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Meiryo"/>
              <a:buNone/>
              <a:defRPr sz="4800" cap="none"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1" type="ftr"/>
          </p:nvPr>
        </p:nvSpPr>
        <p:spPr>
          <a:xfrm>
            <a:off x="4654296" y="6170490"/>
            <a:ext cx="57133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4654295" y="5550408"/>
            <a:ext cx="6665975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23"/>
          <p:cNvSpPr txBox="1"/>
          <p:nvPr>
            <p:ph idx="10" type="dt"/>
          </p:nvPr>
        </p:nvSpPr>
        <p:spPr>
          <a:xfrm>
            <a:off x="640080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" type="body"/>
          </p:nvPr>
        </p:nvSpPr>
        <p:spPr>
          <a:xfrm>
            <a:off x="1920240" y="2438399"/>
            <a:ext cx="4160520" cy="36576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idx="2" type="body"/>
          </p:nvPr>
        </p:nvSpPr>
        <p:spPr>
          <a:xfrm>
            <a:off x="6530290" y="2438399"/>
            <a:ext cx="4160520" cy="36576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62" name="Google Shape;62;p24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5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5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bg>
      <p:bgPr>
        <a:solidFill>
          <a:schemeClr val="lt2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6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>
            <a:off x="8476488" y="640080"/>
            <a:ext cx="3227715" cy="255175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Meiryo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>
            <a:off x="1280160" y="640080"/>
            <a:ext cx="6949440" cy="54559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indent="-3302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Char char="–"/>
              <a:defRPr sz="1600"/>
            </a:lvl3pPr>
            <a:lvl4pPr indent="-3175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  <a:defRPr sz="1400"/>
            </a:lvl5pPr>
            <a:lvl6pPr indent="-3175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Char char="–"/>
              <a:defRPr sz="1400"/>
            </a:lvl6pPr>
            <a:lvl7pPr indent="-3175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Char char="–"/>
              <a:defRPr sz="1400"/>
            </a:lvl7pPr>
            <a:lvl8pPr indent="-3175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Char char="–"/>
              <a:defRPr sz="1400"/>
            </a:lvl8pPr>
            <a:lvl9pPr indent="-3175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Char char="–"/>
              <a:defRPr sz="1400"/>
            </a:lvl9pPr>
          </a:lstStyle>
          <a:p/>
        </p:txBody>
      </p:sp>
      <p:sp>
        <p:nvSpPr>
          <p:cNvPr id="77" name="Google Shape;77;p27"/>
          <p:cNvSpPr txBox="1"/>
          <p:nvPr>
            <p:ph idx="2" type="body"/>
          </p:nvPr>
        </p:nvSpPr>
        <p:spPr>
          <a:xfrm>
            <a:off x="8476488" y="3223803"/>
            <a:ext cx="3227715" cy="28721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27"/>
          <p:cNvSpPr txBox="1"/>
          <p:nvPr>
            <p:ph idx="10" type="dt"/>
          </p:nvPr>
        </p:nvSpPr>
        <p:spPr>
          <a:xfrm>
            <a:off x="8476488" y="6170491"/>
            <a:ext cx="22143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1" type="ftr"/>
          </p:nvPr>
        </p:nvSpPr>
        <p:spPr>
          <a:xfrm>
            <a:off x="1280160" y="6170490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/>
          <p:nvPr>
            <p:ph idx="2" type="pic"/>
          </p:nvPr>
        </p:nvSpPr>
        <p:spPr>
          <a:xfrm>
            <a:off x="0" y="0"/>
            <a:ext cx="8102651" cy="6857999"/>
          </a:xfrm>
          <a:prstGeom prst="rect">
            <a:avLst/>
          </a:prstGeom>
          <a:solidFill>
            <a:srgbClr val="DCD6C4"/>
          </a:solidFill>
          <a:ln>
            <a:noFill/>
          </a:ln>
        </p:spPr>
      </p:sp>
      <p:sp>
        <p:nvSpPr>
          <p:cNvPr id="83" name="Google Shape;83;p28"/>
          <p:cNvSpPr txBox="1"/>
          <p:nvPr>
            <p:ph type="title"/>
          </p:nvPr>
        </p:nvSpPr>
        <p:spPr>
          <a:xfrm>
            <a:off x="8476488" y="1503910"/>
            <a:ext cx="3230625" cy="168792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Meiryo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8"/>
          <p:cNvSpPr txBox="1"/>
          <p:nvPr>
            <p:ph idx="1" type="body"/>
          </p:nvPr>
        </p:nvSpPr>
        <p:spPr>
          <a:xfrm>
            <a:off x="8476488" y="3223806"/>
            <a:ext cx="3227832" cy="287219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5" name="Google Shape;85;p28"/>
          <p:cNvSpPr txBox="1"/>
          <p:nvPr>
            <p:ph idx="10" type="dt"/>
          </p:nvPr>
        </p:nvSpPr>
        <p:spPr>
          <a:xfrm>
            <a:off x="8476488" y="6170491"/>
            <a:ext cx="22143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8"/>
          <p:cNvSpPr txBox="1"/>
          <p:nvPr>
            <p:ph idx="11" type="ftr"/>
          </p:nvPr>
        </p:nvSpPr>
        <p:spPr>
          <a:xfrm>
            <a:off x="1280160" y="6170490"/>
            <a:ext cx="64644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8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9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9"/>
          <p:cNvSpPr txBox="1"/>
          <p:nvPr>
            <p:ph idx="1" type="body"/>
          </p:nvPr>
        </p:nvSpPr>
        <p:spPr>
          <a:xfrm rot="5400000">
            <a:off x="4479774" y="-247258"/>
            <a:ext cx="3651504" cy="87705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91" name="Google Shape;91;p29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9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9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0"/>
          <p:cNvSpPr txBox="1"/>
          <p:nvPr>
            <p:ph type="title"/>
          </p:nvPr>
        </p:nvSpPr>
        <p:spPr>
          <a:xfrm rot="5400000">
            <a:off x="7393812" y="2391190"/>
            <a:ext cx="5339932" cy="157162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0"/>
          <p:cNvSpPr txBox="1"/>
          <p:nvPr>
            <p:ph idx="1" type="body"/>
          </p:nvPr>
        </p:nvSpPr>
        <p:spPr>
          <a:xfrm rot="5400000">
            <a:off x="3252190" y="205883"/>
            <a:ext cx="5322596" cy="59595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97" name="Google Shape;97;p30"/>
          <p:cNvSpPr txBox="1"/>
          <p:nvPr>
            <p:ph idx="10" type="dt"/>
          </p:nvPr>
        </p:nvSpPr>
        <p:spPr>
          <a:xfrm>
            <a:off x="9277965" y="6296615"/>
            <a:ext cx="25059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0"/>
          <p:cNvSpPr txBox="1"/>
          <p:nvPr>
            <p:ph idx="11" type="ftr"/>
          </p:nvPr>
        </p:nvSpPr>
        <p:spPr>
          <a:xfrm>
            <a:off x="2933699" y="6296615"/>
            <a:ext cx="59595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0"/>
          <p:cNvSpPr txBox="1"/>
          <p:nvPr>
            <p:ph idx="12" type="sldNum"/>
          </p:nvPr>
        </p:nvSpPr>
        <p:spPr>
          <a:xfrm rot="5400000">
            <a:off x="8734643" y="2853201"/>
            <a:ext cx="5383267" cy="604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cxnSp>
        <p:nvCxnSpPr>
          <p:cNvPr id="100" name="Google Shape;100;p30" title="Rule Line"/>
          <p:cNvCxnSpPr/>
          <p:nvPr/>
        </p:nvCxnSpPr>
        <p:spPr>
          <a:xfrm>
            <a:off x="9111582" y="571502"/>
            <a:ext cx="0" cy="5275467"/>
          </a:xfrm>
          <a:prstGeom prst="straightConnector1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  <a:defRPr b="1" i="0" sz="32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orbel"/>
              <a:buNone/>
              <a:defRPr b="0" i="0" sz="18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228600" lvl="1" marL="9144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orbel"/>
              <a:buNone/>
              <a:defRPr b="0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-317500" lvl="2" marL="13716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-317500" lvl="3" marL="18288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orbel"/>
              <a:buChar char="–"/>
              <a:defRPr b="0" i="0" sz="14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-317500" lvl="4" marL="22860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-317500" lvl="5" marL="27432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Font typeface="Corbel"/>
              <a:buChar char="–"/>
              <a:defRPr b="0" i="0" sz="1400" u="none" cap="none" strike="noStrike">
                <a:solidFill>
                  <a:srgbClr val="BC281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-317500" lvl="6" marL="32004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BC281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-317500" lvl="7" marL="36576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Font typeface="Corbel"/>
              <a:buChar char="–"/>
              <a:defRPr b="0" i="0" sz="1400" u="none" cap="none" strike="noStrike">
                <a:solidFill>
                  <a:srgbClr val="BC281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-317500" lvl="8" marL="41148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BC281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cxnSp>
        <p:nvCxnSpPr>
          <p:cNvPr id="11" name="Google Shape;11;p19" title="Rule Line"/>
          <p:cNvCxnSpPr/>
          <p:nvPr/>
        </p:nvCxnSpPr>
        <p:spPr>
          <a:xfrm>
            <a:off x="1920240" y="2176009"/>
            <a:ext cx="8770571" cy="0"/>
          </a:xfrm>
          <a:prstGeom prst="straightConnector1">
            <a:avLst/>
          </a:prstGeom>
          <a:noFill/>
          <a:ln cap="flat" cmpd="sng" w="254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22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20.jp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106" name="Google Shape;106;p1" title="1250635470-ssebastian-3854.jpg"/>
          <p:cNvPicPr preferRelativeResize="0"/>
          <p:nvPr/>
        </p:nvPicPr>
        <p:blipFill rotWithShape="1">
          <a:blip r:embed="rId4">
            <a:alphaModFix/>
          </a:blip>
          <a:srcRect b="0" l="12659" r="12659" t="0"/>
          <a:stretch/>
        </p:blipFill>
        <p:spPr>
          <a:xfrm>
            <a:off x="4800683" y="-3"/>
            <a:ext cx="7704667" cy="6877878"/>
          </a:xfrm>
          <a:custGeom>
            <a:rect b="b" l="l" r="r" t="t"/>
            <a:pathLst>
              <a:path extrusionOk="0" h="6877878" w="7704667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07" name="Google Shape;107;p1"/>
          <p:cNvSpPr/>
          <p:nvPr/>
        </p:nvSpPr>
        <p:spPr>
          <a:xfrm>
            <a:off x="0" y="0"/>
            <a:ext cx="7475746" cy="6858000"/>
          </a:xfrm>
          <a:custGeom>
            <a:rect b="b" l="l" r="r" t="t"/>
            <a:pathLst>
              <a:path extrusionOk="0" h="6858000" w="7475746">
                <a:moveTo>
                  <a:pt x="0" y="0"/>
                </a:moveTo>
                <a:lnTo>
                  <a:pt x="5859459" y="0"/>
                </a:lnTo>
                <a:lnTo>
                  <a:pt x="5874848" y="10445"/>
                </a:lnTo>
                <a:cubicBezTo>
                  <a:pt x="6902010" y="751075"/>
                  <a:pt x="7475746" y="2091411"/>
                  <a:pt x="7475746" y="3621913"/>
                </a:cubicBezTo>
                <a:cubicBezTo>
                  <a:pt x="7475746" y="4971185"/>
                  <a:pt x="6547021" y="5605738"/>
                  <a:pt x="5601397" y="6378742"/>
                </a:cubicBezTo>
                <a:cubicBezTo>
                  <a:pt x="5429193" y="6519512"/>
                  <a:pt x="5258566" y="6657407"/>
                  <a:pt x="5084748" y="6785068"/>
                </a:cubicBezTo>
                <a:lnTo>
                  <a:pt x="497958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153" y="0"/>
            <a:ext cx="7283242" cy="6858000"/>
          </a:xfrm>
          <a:custGeom>
            <a:rect b="b" l="l" r="r" t="t"/>
            <a:pathLst>
              <a:path extrusionOk="0" h="6858000" w="7163694">
                <a:moveTo>
                  <a:pt x="0" y="0"/>
                </a:moveTo>
                <a:lnTo>
                  <a:pt x="5525402" y="0"/>
                </a:lnTo>
                <a:lnTo>
                  <a:pt x="5541001" y="10445"/>
                </a:lnTo>
                <a:cubicBezTo>
                  <a:pt x="6582147" y="751075"/>
                  <a:pt x="7163694" y="2091411"/>
                  <a:pt x="7163694" y="3621913"/>
                </a:cubicBezTo>
                <a:cubicBezTo>
                  <a:pt x="7163694" y="4971185"/>
                  <a:pt x="6222325" y="5605738"/>
                  <a:pt x="5263827" y="6378742"/>
                </a:cubicBezTo>
                <a:cubicBezTo>
                  <a:pt x="5089279" y="6519512"/>
                  <a:pt x="4916329" y="6657407"/>
                  <a:pt x="4740144" y="6785068"/>
                </a:cubicBezTo>
                <a:lnTo>
                  <a:pt x="4633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5198368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0" name="Google Shape;110;p1"/>
          <p:cNvSpPr txBox="1"/>
          <p:nvPr>
            <p:ph type="ctrTitle"/>
          </p:nvPr>
        </p:nvSpPr>
        <p:spPr>
          <a:xfrm>
            <a:off x="111675" y="264225"/>
            <a:ext cx="6177900" cy="180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s-CL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GRUPO 13: CONVIDATA</a:t>
            </a:r>
            <a:endParaRPr sz="3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"/>
          <p:cNvSpPr txBox="1"/>
          <p:nvPr>
            <p:ph idx="1" type="subTitle"/>
          </p:nvPr>
        </p:nvSpPr>
        <p:spPr>
          <a:xfrm>
            <a:off x="429442" y="2913358"/>
            <a:ext cx="4162357" cy="35423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 fontScale="4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7924"/>
              <a:buNone/>
            </a:pPr>
            <a:r>
              <a:rPr i="0" lang="es-CL" sz="305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Integrantes: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Osvaldo Octavio Caraccioli Cisterna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 Andres Fernández Soto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Benjamín Alejandro Orellana Romero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Isaías Abel Ortiz Castro 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Maximiliano Thomas Soto Garrido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Matías Ignacio Urria Ibarra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78338"/>
              <a:buNone/>
            </a:pPr>
            <a:r>
              <a:t/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97924"/>
              <a:buNone/>
            </a:pPr>
            <a:r>
              <a:rPr i="0" lang="es-CL" sz="305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Profesor</a:t>
            </a: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i="0" lang="es-CL" sz="305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Paulo Luis Francisco Quinsacara Jofré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0000"/>
              </a:lnSpc>
              <a:spcBef>
                <a:spcPts val="930"/>
              </a:spcBef>
              <a:spcAft>
                <a:spcPts val="0"/>
              </a:spcAft>
              <a:buClr>
                <a:srgbClr val="262626"/>
              </a:buClr>
              <a:buSzPct val="100000"/>
              <a:buNone/>
            </a:pPr>
            <a:br>
              <a:rPr lang="es-CL"/>
            </a:br>
            <a:endParaRPr/>
          </a:p>
        </p:txBody>
      </p:sp>
      <p:pic>
        <p:nvPicPr>
          <p:cNvPr id="112" name="Google Shape;11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53100" y="2537275"/>
            <a:ext cx="1803325" cy="180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"/>
          <p:cNvPicPr preferRelativeResize="0"/>
          <p:nvPr/>
        </p:nvPicPr>
        <p:blipFill rotWithShape="1">
          <a:blip r:embed="rId6">
            <a:alphaModFix/>
          </a:blip>
          <a:srcRect b="14733" l="13642" r="7138" t="22414"/>
          <a:stretch/>
        </p:blipFill>
        <p:spPr>
          <a:xfrm>
            <a:off x="9652000" y="111500"/>
            <a:ext cx="2529725" cy="100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155" y="-14350"/>
            <a:ext cx="121917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7" name="Google Shape;127;p2"/>
          <p:cNvSpPr txBox="1"/>
          <p:nvPr>
            <p:ph type="title"/>
          </p:nvPr>
        </p:nvSpPr>
        <p:spPr>
          <a:xfrm>
            <a:off x="5937925" y="1146286"/>
            <a:ext cx="5624100" cy="10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600"/>
              <a:buFont typeface="Times New Roman"/>
              <a:buNone/>
            </a:pPr>
            <a:r>
              <a:rPr lang="es-CL" sz="42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Contexto </a:t>
            </a:r>
            <a:endParaRPr sz="2800"/>
          </a:p>
        </p:txBody>
      </p:sp>
      <p:sp>
        <p:nvSpPr>
          <p:cNvPr id="128" name="Google Shape;128;p2"/>
          <p:cNvSpPr/>
          <p:nvPr/>
        </p:nvSpPr>
        <p:spPr>
          <a:xfrm>
            <a:off x="587555" y="993913"/>
            <a:ext cx="5224848" cy="4884295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783293" y="1074738"/>
            <a:ext cx="4906732" cy="4679812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477837" y="850790"/>
            <a:ext cx="5407926" cy="5136542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131" name="Google Shape;13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3400" y="1939125"/>
            <a:ext cx="2536425" cy="2536425"/>
          </a:xfrm>
          <a:prstGeom prst="rect">
            <a:avLst/>
          </a:prstGeom>
          <a:noFill/>
          <a:ln cap="flat" cmpd="sng" w="9525">
            <a:solidFill>
              <a:srgbClr val="6E171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Universidad Andrés Bello - Red Campus Sustentable" id="132" name="Google Shape;13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"/>
          <p:cNvSpPr txBox="1"/>
          <p:nvPr>
            <p:ph type="title"/>
          </p:nvPr>
        </p:nvSpPr>
        <p:spPr>
          <a:xfrm>
            <a:off x="6006300" y="2332000"/>
            <a:ext cx="5624100" cy="283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-CL" sz="1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este proyecto se desarrollará un sistema de registro y almacenamiento de datos de convivencia escolar para el Colegio San Sebastián de Melipilla. La propuesta surge debido a la falta de digitalización de las anotaciones, lo que genera pérdida de tiempo y dificulta la gestión de la información. Este sistema permitirá optimizar el registro, consulta y seguimiento de los casos de convivencia escolar.</a:t>
            </a:r>
            <a:endParaRPr sz="134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"/>
          <p:cNvSpPr txBox="1"/>
          <p:nvPr>
            <p:ph type="title"/>
          </p:nvPr>
        </p:nvSpPr>
        <p:spPr>
          <a:xfrm>
            <a:off x="1920240" y="442220"/>
            <a:ext cx="8770500" cy="134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CL" sz="4200"/>
              <a:t>Introducción</a:t>
            </a:r>
            <a:endParaRPr sz="4200"/>
          </a:p>
        </p:txBody>
      </p:sp>
      <p:grpSp>
        <p:nvGrpSpPr>
          <p:cNvPr id="139" name="Google Shape;139;p3"/>
          <p:cNvGrpSpPr/>
          <p:nvPr/>
        </p:nvGrpSpPr>
        <p:grpSpPr>
          <a:xfrm>
            <a:off x="6367125" y="2026594"/>
            <a:ext cx="4286400" cy="3680400"/>
            <a:chOff x="2428800" y="736800"/>
            <a:chExt cx="4286400" cy="3680400"/>
          </a:xfrm>
        </p:grpSpPr>
        <p:sp>
          <p:nvSpPr>
            <p:cNvPr id="140" name="Google Shape;140;p3"/>
            <p:cNvSpPr/>
            <p:nvPr/>
          </p:nvSpPr>
          <p:spPr>
            <a:xfrm>
              <a:off x="2428800" y="736800"/>
              <a:ext cx="4286400" cy="3680400"/>
            </a:xfrm>
            <a:prstGeom prst="rect">
              <a:avLst/>
            </a:prstGeom>
            <a:solidFill>
              <a:srgbClr val="EEEB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141" name="Google Shape;141;p3"/>
            <p:cNvCxnSpPr/>
            <p:nvPr/>
          </p:nvCxnSpPr>
          <p:spPr>
            <a:xfrm>
              <a:off x="2669250" y="2246744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" name="Google Shape;142;p3"/>
            <p:cNvCxnSpPr/>
            <p:nvPr/>
          </p:nvCxnSpPr>
          <p:spPr>
            <a:xfrm>
              <a:off x="2669250" y="1562531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3" name="Google Shape;143;p3"/>
            <p:cNvSpPr txBox="1"/>
            <p:nvPr/>
          </p:nvSpPr>
          <p:spPr>
            <a:xfrm>
              <a:off x="2914350" y="1713838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CL" sz="1600" u="none" cap="none" strike="noStrike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2</a:t>
              </a: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8</a:t>
              </a:r>
              <a:r>
                <a:rPr b="0" i="0" lang="es-CL" sz="1600" u="none" cap="none" strike="noStrike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Requerimientos funcionales</a:t>
              </a:r>
              <a:endParaRPr b="0" i="0" sz="1600" u="none" cap="none" strike="noStrike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44" name="Google Shape;144;p3"/>
            <p:cNvSpPr/>
            <p:nvPr/>
          </p:nvSpPr>
          <p:spPr>
            <a:xfrm rot="10800000">
              <a:off x="2592159" y="1826131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45" name="Google Shape;145;p3"/>
            <p:cNvSpPr/>
            <p:nvPr/>
          </p:nvSpPr>
          <p:spPr>
            <a:xfrm rot="10800000">
              <a:off x="2670597" y="1826238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46" name="Google Shape;146;p3"/>
            <p:cNvSpPr/>
            <p:nvPr/>
          </p:nvSpPr>
          <p:spPr>
            <a:xfrm rot="10800000">
              <a:off x="2592159" y="2510281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47" name="Google Shape;147;p3"/>
            <p:cNvSpPr/>
            <p:nvPr/>
          </p:nvSpPr>
          <p:spPr>
            <a:xfrm rot="10800000">
              <a:off x="2670597" y="2510388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48" name="Google Shape;148;p3"/>
            <p:cNvSpPr txBox="1"/>
            <p:nvPr/>
          </p:nvSpPr>
          <p:spPr>
            <a:xfrm>
              <a:off x="2914350" y="1029625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CL" sz="1600" u="none" cap="none" strike="noStrike">
                  <a:solidFill>
                    <a:srgbClr val="783F04"/>
                  </a:solidFill>
                  <a:latin typeface="DM Sans"/>
                  <a:ea typeface="DM Sans"/>
                  <a:cs typeface="DM Sans"/>
                  <a:sym typeface="DM Sans"/>
                </a:rPr>
                <a:t>Progreso para el incremento </a:t>
              </a:r>
              <a:r>
                <a:rPr b="1" lang="es-CL" sz="1600">
                  <a:solidFill>
                    <a:srgbClr val="783F04"/>
                  </a:solidFill>
                  <a:latin typeface="DM Sans"/>
                  <a:ea typeface="DM Sans"/>
                  <a:cs typeface="DM Sans"/>
                  <a:sym typeface="DM Sans"/>
                </a:rPr>
                <a:t>2</a:t>
              </a:r>
              <a:endParaRPr b="1" i="0" sz="1600" u="none" cap="none" strike="noStrike">
                <a:solidFill>
                  <a:srgbClr val="783F04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9" name="Google Shape;149;p3"/>
            <p:cNvSpPr txBox="1"/>
            <p:nvPr/>
          </p:nvSpPr>
          <p:spPr>
            <a:xfrm>
              <a:off x="2914350" y="2398050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CL" sz="1600" u="none" cap="none" strike="noStrike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2</a:t>
              </a: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8</a:t>
              </a:r>
              <a:r>
                <a:rPr b="0" i="0" lang="es-CL" sz="1600" u="none" cap="none" strike="noStrike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Requerimiento UR</a:t>
              </a:r>
              <a:endParaRPr b="0" i="0" sz="1600" u="none" cap="none" strike="noStrike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cxnSp>
          <p:nvCxnSpPr>
            <p:cNvPr id="150" name="Google Shape;150;p3"/>
            <p:cNvCxnSpPr/>
            <p:nvPr/>
          </p:nvCxnSpPr>
          <p:spPr>
            <a:xfrm>
              <a:off x="2669250" y="3615169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" name="Google Shape;151;p3"/>
            <p:cNvCxnSpPr/>
            <p:nvPr/>
          </p:nvCxnSpPr>
          <p:spPr>
            <a:xfrm>
              <a:off x="2669250" y="2930956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2" name="Google Shape;152;p3"/>
            <p:cNvSpPr txBox="1"/>
            <p:nvPr/>
          </p:nvSpPr>
          <p:spPr>
            <a:xfrm>
              <a:off x="2914350" y="3082263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CL" sz="1600" u="none" cap="none" strike="noStrike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29 Casos de uso</a:t>
              </a:r>
              <a:endParaRPr b="0" i="0" sz="1600" u="none" cap="none" strike="noStrike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53" name="Google Shape;153;p3"/>
            <p:cNvSpPr/>
            <p:nvPr/>
          </p:nvSpPr>
          <p:spPr>
            <a:xfrm rot="10800000">
              <a:off x="2592159" y="3194556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54" name="Google Shape;154;p3"/>
            <p:cNvSpPr/>
            <p:nvPr/>
          </p:nvSpPr>
          <p:spPr>
            <a:xfrm rot="10800000">
              <a:off x="2670597" y="3194663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55" name="Google Shape;155;p3"/>
            <p:cNvSpPr/>
            <p:nvPr/>
          </p:nvSpPr>
          <p:spPr>
            <a:xfrm rot="10800000">
              <a:off x="2592159" y="3878706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56" name="Google Shape;156;p3"/>
            <p:cNvSpPr/>
            <p:nvPr/>
          </p:nvSpPr>
          <p:spPr>
            <a:xfrm rot="10800000">
              <a:off x="2670597" y="3878813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57" name="Google Shape;157;p3"/>
            <p:cNvSpPr txBox="1"/>
            <p:nvPr/>
          </p:nvSpPr>
          <p:spPr>
            <a:xfrm>
              <a:off x="2914350" y="3766475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CL" sz="1600" u="none" cap="none" strike="noStrike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3</a:t>
              </a: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6</a:t>
              </a:r>
              <a:r>
                <a:rPr b="0" i="0" lang="es-CL" sz="1600" u="none" cap="none" strike="noStrike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Diagrama de secuencia</a:t>
              </a:r>
              <a:endParaRPr b="0" i="0" sz="1600" u="none" cap="none" strike="noStrike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sp>
        <p:nvSpPr>
          <p:cNvPr id="158" name="Google Shape;158;p3"/>
          <p:cNvSpPr/>
          <p:nvPr/>
        </p:nvSpPr>
        <p:spPr>
          <a:xfrm>
            <a:off x="6025600" y="2092100"/>
            <a:ext cx="466800" cy="244500"/>
          </a:xfrm>
          <a:prstGeom prst="rect">
            <a:avLst/>
          </a:prstGeom>
          <a:solidFill>
            <a:srgbClr val="EE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159" name="Google Shape;159;p3"/>
          <p:cNvGrpSpPr/>
          <p:nvPr/>
        </p:nvGrpSpPr>
        <p:grpSpPr>
          <a:xfrm>
            <a:off x="1920250" y="2037709"/>
            <a:ext cx="4286400" cy="3680400"/>
            <a:chOff x="2428800" y="736800"/>
            <a:chExt cx="4286400" cy="3680400"/>
          </a:xfrm>
        </p:grpSpPr>
        <p:sp>
          <p:nvSpPr>
            <p:cNvPr id="160" name="Google Shape;160;p3"/>
            <p:cNvSpPr/>
            <p:nvPr/>
          </p:nvSpPr>
          <p:spPr>
            <a:xfrm>
              <a:off x="2428800" y="736800"/>
              <a:ext cx="4286400" cy="3680400"/>
            </a:xfrm>
            <a:prstGeom prst="rect">
              <a:avLst/>
            </a:prstGeom>
            <a:solidFill>
              <a:srgbClr val="EEEB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161" name="Google Shape;161;p3"/>
            <p:cNvCxnSpPr/>
            <p:nvPr/>
          </p:nvCxnSpPr>
          <p:spPr>
            <a:xfrm>
              <a:off x="2669250" y="2246744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3"/>
            <p:cNvCxnSpPr/>
            <p:nvPr/>
          </p:nvCxnSpPr>
          <p:spPr>
            <a:xfrm>
              <a:off x="2669250" y="1562531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3" name="Google Shape;163;p3"/>
            <p:cNvSpPr txBox="1"/>
            <p:nvPr/>
          </p:nvSpPr>
          <p:spPr>
            <a:xfrm>
              <a:off x="2914350" y="1713838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CL" sz="1600" u="none" cap="none" strike="noStrike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75  Requerimientos Funcionales</a:t>
              </a:r>
              <a:endParaRPr b="0" i="0" sz="1600" u="none" cap="none" strike="noStrike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64" name="Google Shape;164;p3"/>
            <p:cNvSpPr/>
            <p:nvPr/>
          </p:nvSpPr>
          <p:spPr>
            <a:xfrm rot="10800000">
              <a:off x="2592159" y="1826131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 rot="10800000">
              <a:off x="2670597" y="1826238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 rot="10800000">
              <a:off x="2592159" y="2510281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 rot="10800000">
              <a:off x="2670597" y="2510388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68" name="Google Shape;168;p3"/>
            <p:cNvSpPr txBox="1"/>
            <p:nvPr/>
          </p:nvSpPr>
          <p:spPr>
            <a:xfrm>
              <a:off x="2914350" y="1029625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CL" sz="1600" u="none" cap="none" strike="noStrike">
                  <a:solidFill>
                    <a:srgbClr val="783F04"/>
                  </a:solidFill>
                  <a:latin typeface="DM Sans"/>
                  <a:ea typeface="DM Sans"/>
                  <a:cs typeface="DM Sans"/>
                  <a:sym typeface="DM Sans"/>
                </a:rPr>
                <a:t>Total definido para el proyecto</a:t>
              </a:r>
              <a:endParaRPr b="1" i="0" sz="1600" u="none" cap="none" strike="noStrike">
                <a:solidFill>
                  <a:srgbClr val="783F04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9" name="Google Shape;169;p3"/>
            <p:cNvSpPr txBox="1"/>
            <p:nvPr/>
          </p:nvSpPr>
          <p:spPr>
            <a:xfrm>
              <a:off x="2914350" y="2398050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CL" sz="1600" u="none" cap="none" strike="noStrike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75 Requerimientos UR</a:t>
              </a:r>
              <a:endParaRPr b="0" i="0" sz="1600" u="none" cap="none" strike="noStrike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cxnSp>
          <p:nvCxnSpPr>
            <p:cNvPr id="170" name="Google Shape;170;p3"/>
            <p:cNvCxnSpPr/>
            <p:nvPr/>
          </p:nvCxnSpPr>
          <p:spPr>
            <a:xfrm>
              <a:off x="2669250" y="3615169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" name="Google Shape;171;p3"/>
            <p:cNvCxnSpPr/>
            <p:nvPr/>
          </p:nvCxnSpPr>
          <p:spPr>
            <a:xfrm>
              <a:off x="2669250" y="2930956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2" name="Google Shape;172;p3"/>
            <p:cNvSpPr txBox="1"/>
            <p:nvPr/>
          </p:nvSpPr>
          <p:spPr>
            <a:xfrm>
              <a:off x="2914350" y="3082263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CL" sz="1600" u="none" cap="none" strike="noStrike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79 Casos de uso</a:t>
              </a:r>
              <a:endParaRPr b="0" i="0" sz="1600" u="none" cap="none" strike="noStrike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73" name="Google Shape;173;p3"/>
            <p:cNvSpPr/>
            <p:nvPr/>
          </p:nvSpPr>
          <p:spPr>
            <a:xfrm rot="10800000">
              <a:off x="2592159" y="3194556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74" name="Google Shape;174;p3"/>
            <p:cNvSpPr/>
            <p:nvPr/>
          </p:nvSpPr>
          <p:spPr>
            <a:xfrm rot="10800000">
              <a:off x="2670597" y="3194663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75" name="Google Shape;175;p3"/>
            <p:cNvSpPr txBox="1"/>
            <p:nvPr/>
          </p:nvSpPr>
          <p:spPr>
            <a:xfrm>
              <a:off x="2914350" y="3766475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sp>
        <p:nvSpPr>
          <p:cNvPr id="176" name="Google Shape;176;p3"/>
          <p:cNvSpPr txBox="1"/>
          <p:nvPr/>
        </p:nvSpPr>
        <p:spPr>
          <a:xfrm>
            <a:off x="5039100" y="5707000"/>
            <a:ext cx="21138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L" sz="1600" u="none" cap="none" strike="noStrike">
                <a:solidFill>
                  <a:srgbClr val="783F04"/>
                </a:solidFill>
                <a:latin typeface="DM Sans"/>
                <a:ea typeface="DM Sans"/>
                <a:cs typeface="DM Sans"/>
                <a:sym typeface="DM Sans"/>
              </a:rPr>
              <a:t>Avance total: </a:t>
            </a:r>
            <a:r>
              <a:rPr b="1" lang="es-CL" sz="1600">
                <a:solidFill>
                  <a:srgbClr val="783F04"/>
                </a:solidFill>
                <a:latin typeface="DM Sans"/>
                <a:ea typeface="DM Sans"/>
                <a:cs typeface="DM Sans"/>
                <a:sym typeface="DM Sans"/>
              </a:rPr>
              <a:t>73</a:t>
            </a:r>
            <a:r>
              <a:rPr b="1" i="0" lang="es-CL" sz="1600" u="none" cap="none" strike="noStrike">
                <a:solidFill>
                  <a:srgbClr val="783F04"/>
                </a:solidFill>
                <a:latin typeface="DM Sans"/>
                <a:ea typeface="DM Sans"/>
                <a:cs typeface="DM Sans"/>
                <a:sym typeface="DM Sans"/>
              </a:rPr>
              <a:t>%</a:t>
            </a:r>
            <a:endParaRPr b="1" i="0" sz="1600" u="none" cap="none" strike="noStrike">
              <a:solidFill>
                <a:srgbClr val="783F0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"/>
          <p:cNvSpPr txBox="1"/>
          <p:nvPr>
            <p:ph type="title"/>
          </p:nvPr>
        </p:nvSpPr>
        <p:spPr>
          <a:xfrm>
            <a:off x="1561400" y="339851"/>
            <a:ext cx="87705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56"/>
              <a:buFont typeface="Meiryo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RF-70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Universidad Andrés Bello - Red Campus Sustentable" id="182" name="Google Shape;18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59450" y="1957850"/>
            <a:ext cx="9044385" cy="71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4"/>
          <p:cNvSpPr txBox="1"/>
          <p:nvPr/>
        </p:nvSpPr>
        <p:spPr>
          <a:xfrm>
            <a:off x="223075" y="1588113"/>
            <a:ext cx="11603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L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RF-</a:t>
            </a:r>
            <a:r>
              <a:rPr b="1" lang="es-CL" sz="1600">
                <a:solidFill>
                  <a:schemeClr val="dk1"/>
                </a:solidFill>
              </a:rPr>
              <a:t>70</a:t>
            </a:r>
            <a:r>
              <a:rPr b="1" i="0" lang="es-CL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s-CL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 sz="1600">
                <a:solidFill>
                  <a:schemeClr val="dk1"/>
                </a:solidFill>
              </a:rPr>
              <a:t>El sistema debe permitir al Administrador la carga de múltiples alumnos mediante la importación de un archivo en formato XLSX en la sección de Gestión de alumnos.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2725" y="2388525"/>
            <a:ext cx="3898550" cy="445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66600" y="2388525"/>
            <a:ext cx="6290900" cy="354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"/>
          <p:cNvSpPr txBox="1"/>
          <p:nvPr>
            <p:ph type="title"/>
          </p:nvPr>
        </p:nvSpPr>
        <p:spPr>
          <a:xfrm>
            <a:off x="1561400" y="339851"/>
            <a:ext cx="87705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56"/>
              <a:buFont typeface="Meiryo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RF 67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Universidad Andrés Bello - Red Campus Sustentable" id="193" name="Google Shape;19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42425" y="12005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59450" y="1957850"/>
            <a:ext cx="9044385" cy="71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5"/>
          <p:cNvSpPr txBox="1"/>
          <p:nvPr/>
        </p:nvSpPr>
        <p:spPr>
          <a:xfrm>
            <a:off x="223075" y="1588113"/>
            <a:ext cx="11603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RF-6</a:t>
            </a:r>
            <a:r>
              <a:rPr b="1" lang="es-CL" sz="1600">
                <a:solidFill>
                  <a:schemeClr val="dk1"/>
                </a:solidFill>
              </a:rPr>
              <a:t>7</a:t>
            </a:r>
            <a:r>
              <a:rPr b="1" i="0" lang="es-CL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s-CL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 sz="1600">
                <a:solidFill>
                  <a:schemeClr val="dk1"/>
                </a:solidFill>
              </a:rPr>
              <a:t>El sistema debe mostrar al Administrador la sección de gestión de alumnos y el listado de alumnos registrados en la base de datos cuando se accede al módulo de administración.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0525" y="2311475"/>
            <a:ext cx="4702150" cy="454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76850" y="2856950"/>
            <a:ext cx="6349925" cy="2737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"/>
          <p:cNvSpPr txBox="1"/>
          <p:nvPr>
            <p:ph type="title"/>
          </p:nvPr>
        </p:nvSpPr>
        <p:spPr>
          <a:xfrm>
            <a:off x="1873715" y="209595"/>
            <a:ext cx="8770500" cy="134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CL" sz="4200"/>
              <a:t>Diagrama de secuencia CU74</a:t>
            </a:r>
            <a:endParaRPr sz="4200"/>
          </a:p>
        </p:txBody>
      </p:sp>
      <p:pic>
        <p:nvPicPr>
          <p:cNvPr id="204" name="Google Shape;2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05" name="Google Shape;20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8425" y="1757600"/>
            <a:ext cx="10986950" cy="484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"/>
          <p:cNvSpPr txBox="1"/>
          <p:nvPr>
            <p:ph idx="1" type="body"/>
          </p:nvPr>
        </p:nvSpPr>
        <p:spPr>
          <a:xfrm>
            <a:off x="1920241" y="2456408"/>
            <a:ext cx="41604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93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 txBox="1"/>
          <p:nvPr>
            <p:ph idx="2" type="body"/>
          </p:nvPr>
        </p:nvSpPr>
        <p:spPr>
          <a:xfrm>
            <a:off x="1920241" y="3316639"/>
            <a:ext cx="4160400" cy="27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 txBox="1"/>
          <p:nvPr>
            <p:ph idx="3" type="body"/>
          </p:nvPr>
        </p:nvSpPr>
        <p:spPr>
          <a:xfrm>
            <a:off x="6530290" y="2456408"/>
            <a:ext cx="41604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99000"/>
              </a:lnSpc>
              <a:spcBef>
                <a:spcPts val="93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 txBox="1"/>
          <p:nvPr>
            <p:ph idx="4" type="body"/>
          </p:nvPr>
        </p:nvSpPr>
        <p:spPr>
          <a:xfrm>
            <a:off x="6530290" y="3316639"/>
            <a:ext cx="4160400" cy="27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 txBox="1"/>
          <p:nvPr>
            <p:ph type="title"/>
          </p:nvPr>
        </p:nvSpPr>
        <p:spPr>
          <a:xfrm>
            <a:off x="1827200" y="274725"/>
            <a:ext cx="8770500" cy="106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CL" sz="4200"/>
              <a:t>Diagrama de secuencia CU71</a:t>
            </a:r>
            <a:endParaRPr sz="4200"/>
          </a:p>
        </p:txBody>
      </p:sp>
      <p:pic>
        <p:nvPicPr>
          <p:cNvPr id="216" name="Google Shape;21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17" name="Google Shape;21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6912" y="1606342"/>
            <a:ext cx="11838174" cy="4895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"/>
          <p:cNvSpPr txBox="1"/>
          <p:nvPr>
            <p:ph type="title"/>
          </p:nvPr>
        </p:nvSpPr>
        <p:spPr>
          <a:xfrm>
            <a:off x="2121490" y="155286"/>
            <a:ext cx="87705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Diagrama de Componentes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4" name="Google Shape;22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25" name="Google Shape;22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63951" y="1831925"/>
            <a:ext cx="8882674" cy="69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2625" y="838750"/>
            <a:ext cx="10223501" cy="587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 txBox="1"/>
          <p:nvPr>
            <p:ph type="title"/>
          </p:nvPr>
        </p:nvSpPr>
        <p:spPr>
          <a:xfrm>
            <a:off x="1985983" y="179137"/>
            <a:ext cx="76443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Modelo Físico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3" name="Google Shape;23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34" name="Google Shape;23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9" title="erdbd.jpg"/>
          <p:cNvPicPr preferRelativeResize="0"/>
          <p:nvPr/>
        </p:nvPicPr>
        <p:blipFill rotWithShape="1">
          <a:blip r:embed="rId5">
            <a:alphaModFix/>
          </a:blip>
          <a:srcRect b="15598" l="0" r="0" t="0"/>
          <a:stretch/>
        </p:blipFill>
        <p:spPr>
          <a:xfrm>
            <a:off x="1049100" y="838750"/>
            <a:ext cx="9933860" cy="575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9"/>
          <p:cNvSpPr/>
          <p:nvPr/>
        </p:nvSpPr>
        <p:spPr>
          <a:xfrm>
            <a:off x="6369700" y="5007125"/>
            <a:ext cx="319800" cy="371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6260925" y="2387975"/>
            <a:ext cx="319800" cy="371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"/>
          <p:cNvSpPr/>
          <p:nvPr/>
        </p:nvSpPr>
        <p:spPr>
          <a:xfrm>
            <a:off x="1868075" y="2040600"/>
            <a:ext cx="8822700" cy="244500"/>
          </a:xfrm>
          <a:prstGeom prst="rect">
            <a:avLst/>
          </a:prstGeom>
          <a:solidFill>
            <a:srgbClr val="EE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243" name="Google Shape;24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3625" y="241375"/>
            <a:ext cx="5319225" cy="638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45" name="Google Shape;24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2625" y="241375"/>
            <a:ext cx="4359400" cy="653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"/>
          <p:cNvSpPr txBox="1"/>
          <p:nvPr>
            <p:ph type="title"/>
          </p:nvPr>
        </p:nvSpPr>
        <p:spPr>
          <a:xfrm>
            <a:off x="1698600" y="523320"/>
            <a:ext cx="8770500" cy="7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56"/>
              <a:buFont typeface="Meiryo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Árbol de navegación</a:t>
            </a:r>
            <a:endParaRPr sz="4200"/>
          </a:p>
        </p:txBody>
      </p:sp>
      <p:pic>
        <p:nvPicPr>
          <p:cNvPr descr="Universidad Andrés Bello - Red Campus Sustentable" id="252" name="Google Shape;25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5073" y="1"/>
            <a:ext cx="1068978" cy="9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1" title="arbol_navegacion_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1075" y="2259225"/>
            <a:ext cx="10109850" cy="4314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b451e5df7_1_16"/>
          <p:cNvSpPr txBox="1"/>
          <p:nvPr>
            <p:ph type="title"/>
          </p:nvPr>
        </p:nvSpPr>
        <p:spPr>
          <a:xfrm>
            <a:off x="1920240" y="442220"/>
            <a:ext cx="8770500" cy="13452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84667"/>
              <a:buFont typeface="Meiryo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Árbol de navegación</a:t>
            </a:r>
            <a:endParaRPr sz="4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g3fb451e5df7_1_16" title="Captura de pantalla 2026-09-13 2152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9947" y="2389469"/>
            <a:ext cx="4037175" cy="3018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g3fb451e5df7_1_16" title="Captura de pantalla 2026-09-13 21515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3150" y="2607925"/>
            <a:ext cx="4651975" cy="280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b451e5df7_1_23"/>
          <p:cNvSpPr txBox="1"/>
          <p:nvPr>
            <p:ph type="title"/>
          </p:nvPr>
        </p:nvSpPr>
        <p:spPr>
          <a:xfrm>
            <a:off x="1152526" y="442225"/>
            <a:ext cx="9538200" cy="13452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200"/>
              <a:t>            Registro de nuevo alumno </a:t>
            </a:r>
            <a:endParaRPr sz="4200"/>
          </a:p>
        </p:txBody>
      </p:sp>
      <p:sp>
        <p:nvSpPr>
          <p:cNvPr id="267" name="Google Shape;267;g3fb451e5df7_1_23"/>
          <p:cNvSpPr txBox="1"/>
          <p:nvPr>
            <p:ph idx="1" type="body"/>
          </p:nvPr>
        </p:nvSpPr>
        <p:spPr>
          <a:xfrm>
            <a:off x="1920240" y="2312276"/>
            <a:ext cx="8770500" cy="3651600"/>
          </a:xfrm>
          <a:prstGeom prst="rect">
            <a:avLst/>
          </a:prstGeom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8" name="Google Shape;268;g3fb451e5df7_1_23"/>
          <p:cNvPicPr preferRelativeResize="0"/>
          <p:nvPr/>
        </p:nvPicPr>
        <p:blipFill rotWithShape="1">
          <a:blip r:embed="rId3">
            <a:alphaModFix/>
          </a:blip>
          <a:srcRect b="0" l="1913" r="0" t="11637"/>
          <a:stretch/>
        </p:blipFill>
        <p:spPr>
          <a:xfrm>
            <a:off x="1152525" y="2312275"/>
            <a:ext cx="10077450" cy="445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b451e5df7_1_29"/>
          <p:cNvSpPr txBox="1"/>
          <p:nvPr>
            <p:ph type="title"/>
          </p:nvPr>
        </p:nvSpPr>
        <p:spPr>
          <a:xfrm>
            <a:off x="1920240" y="442220"/>
            <a:ext cx="8770500" cy="13452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200"/>
              <a:t>Importar alumnos desde Excel </a:t>
            </a:r>
            <a:endParaRPr sz="4200"/>
          </a:p>
        </p:txBody>
      </p:sp>
      <p:sp>
        <p:nvSpPr>
          <p:cNvPr id="274" name="Google Shape;274;g3fb451e5df7_1_29"/>
          <p:cNvSpPr txBox="1"/>
          <p:nvPr>
            <p:ph idx="1" type="body"/>
          </p:nvPr>
        </p:nvSpPr>
        <p:spPr>
          <a:xfrm>
            <a:off x="1920240" y="2312276"/>
            <a:ext cx="8770500" cy="3651600"/>
          </a:xfrm>
          <a:prstGeom prst="rect">
            <a:avLst/>
          </a:prstGeom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Google Shape;275;g3fb451e5df7_1_29"/>
          <p:cNvPicPr preferRelativeResize="0"/>
          <p:nvPr/>
        </p:nvPicPr>
        <p:blipFill rotWithShape="1">
          <a:blip r:embed="rId3">
            <a:alphaModFix/>
          </a:blip>
          <a:srcRect b="0" l="2306" r="0" t="10945"/>
          <a:stretch/>
        </p:blipFill>
        <p:spPr>
          <a:xfrm>
            <a:off x="613400" y="2312275"/>
            <a:ext cx="10799562" cy="454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g3fb451e5df7_1_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8099934">
            <a:off x="1587248" y="4939590"/>
            <a:ext cx="257553" cy="659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175" y="1844000"/>
            <a:ext cx="97463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6"/>
          <p:cNvSpPr txBox="1"/>
          <p:nvPr>
            <p:ph type="title"/>
          </p:nvPr>
        </p:nvSpPr>
        <p:spPr>
          <a:xfrm>
            <a:off x="1939775" y="458472"/>
            <a:ext cx="8770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 fontScale="9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47619"/>
              <a:buNone/>
            </a:pPr>
            <a:r>
              <a:rPr lang="es-CL" sz="4200"/>
              <a:t>Scrum++: Backlog</a:t>
            </a:r>
            <a:endParaRPr sz="4200"/>
          </a:p>
        </p:txBody>
      </p:sp>
      <p:pic>
        <p:nvPicPr>
          <p:cNvPr id="283" name="Google Shape;28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84" name="Google Shape;28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7200" y="1242950"/>
            <a:ext cx="10457700" cy="506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91" name="Google Shape;291;p18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92" name="Google Shape;292;p18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93" name="Google Shape;293;p18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94" name="Google Shape;294;p18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95" name="Google Shape;295;p18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96" name="Google Shape;296;p18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97" name="Google Shape;297;p18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98" name="Google Shape;298;p18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99" name="Google Shape;299;p18"/>
          <p:cNvSpPr txBox="1"/>
          <p:nvPr>
            <p:ph type="title"/>
          </p:nvPr>
        </p:nvSpPr>
        <p:spPr>
          <a:xfrm>
            <a:off x="116100" y="2613762"/>
            <a:ext cx="6779700" cy="16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900"/>
              <a:buFont typeface="Times New Roman"/>
              <a:buNone/>
            </a:pPr>
            <a:r>
              <a:rPr lang="es-CL" sz="42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continuación una demostración</a:t>
            </a:r>
            <a:endParaRPr sz="4200"/>
          </a:p>
        </p:txBody>
      </p:sp>
      <p:sp>
        <p:nvSpPr>
          <p:cNvPr id="300" name="Google Shape;300;p18"/>
          <p:cNvSpPr/>
          <p:nvPr/>
        </p:nvSpPr>
        <p:spPr>
          <a:xfrm flipH="1">
            <a:off x="6986049" y="0"/>
            <a:ext cx="5205951" cy="6858000"/>
          </a:xfrm>
          <a:custGeom>
            <a:rect b="b" l="l" r="r" t="t"/>
            <a:pathLst>
              <a:path extrusionOk="0" h="6858000" w="5205951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1" name="Google Shape;301;p18"/>
          <p:cNvSpPr/>
          <p:nvPr/>
        </p:nvSpPr>
        <p:spPr>
          <a:xfrm flipH="1">
            <a:off x="6553480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2" name="Google Shape;302;p18"/>
          <p:cNvSpPr/>
          <p:nvPr/>
        </p:nvSpPr>
        <p:spPr>
          <a:xfrm flipH="1">
            <a:off x="6758825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303" name="Google Shape;30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05050" y="1966963"/>
            <a:ext cx="2924075" cy="2924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304" name="Google Shape;30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ketchLinesVTI">
  <a:themeElements>
    <a:clrScheme name="SketchLines">
      <a:dk1>
        <a:srgbClr val="000000"/>
      </a:dk1>
      <a:lt1>
        <a:srgbClr val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